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7BB6F-B026-DE65-002B-21442A35E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8A6AE6-E280-ABE2-D6AB-F2CBA980B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EFF849-42E5-012E-55C5-AB989D7E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DB68AE-ED92-3E63-4358-51E33F9E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60AA1F-9E08-D0BA-95F0-9609C2B8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26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C6B03-8CE1-FAB9-3A00-214A148B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FDDAF-6536-BA39-4B9E-FCEE0D23B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36E02-43CB-99B4-10A9-15B4AD8D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037D7F-0074-BD49-5EA6-97CE2050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76A59-3263-6613-432A-C22DF772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18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5414D-EAE8-3E3F-EC12-BA49F0E1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95EF3F-9E2A-3AD7-EC18-0E2CFDC5C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DC03D-8FB5-C47B-B9FC-6B9E039DC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DFA1F-2498-2379-1C6D-EDC1D606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B6C71-0CC7-DB41-FF81-5729281C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81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AC9EC-C7BA-75E0-2802-7248DC8F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249FDA-2641-C7BF-DE0A-EDFD2F6DE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C52AD2-3C14-C168-C6B6-2777F122B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682B59-1BDA-4D51-AEDE-713E6E06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950B73-0FB2-BEB5-1592-70A183AC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EA9A3-E5DA-44A8-2EA4-AFE3E298F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17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815A3-7C08-79B0-BB1C-4A30603F3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F4D784-CC41-27B6-5254-E1373049C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4B007E-607B-B641-C585-00A4BFB75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06FE45-5B34-9091-882F-645D7D555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96CC8B-0A2D-348F-97C1-379029A33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7DB7DE-3556-51BD-DFF7-DF901CBB5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E9015A-1A32-411E-4C64-3390BC7B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253443-BEE1-D89C-64F2-5A5C87FB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94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304F3-0CA0-FD58-EB0F-A1D10AF3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DF2CD5-50E8-F539-C962-993485A3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1CD664-5F88-D03B-04B4-1F45E3C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3B3CE8-B36F-4C0C-C90D-A940797C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4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D17159-784C-0253-63A2-021066FA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830ADF-1DDD-0C5F-FDE0-6A3D1919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E4AD60-493E-BB80-36A5-A4D4B6B3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05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CB755-4C67-51AF-1C9D-84C85E8F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EEE68-D05C-B69D-CC43-7D5421BA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783C3-0903-6948-8145-D9F2B5656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381E5C-9D18-768E-73CE-BFCAEF18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54825E-D5DD-24F0-62D0-9C2B28DD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F4F59B-FAED-C287-E0E3-E519860A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678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E813A-8614-BF78-5B83-F1E33C03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04F7FA-FF74-11A7-EB83-921344019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EE9CE7-EC20-DE11-525B-051A138EA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6291EA-C150-09EF-63BE-CBA203BB7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3FD4F5-EEF9-5184-2F57-7712CA0E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85E58-FA16-FD7A-2380-03025CE8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5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11845-87F3-705B-940C-097E6F1E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B4906F-BB36-A7DB-D62B-79B28F35C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9444F-B76D-6BE2-DCB7-F0FB43B7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368CB6-B734-DC79-D295-1790A2FE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B34C1-88CF-8408-0D61-638AE92B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7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ECF612-69C8-ADD7-9B12-29964BAEB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71C827-1DED-AEFD-F2F2-14F7198E0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C9F5F8-A9F6-DA81-57A6-B3458855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9EB651-BDA3-A61C-CFC6-B3FEF155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139ED6-773B-5D75-6774-F4D3A7ED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40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8067F5-D8A9-BF1A-AE18-D1519D9DC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36A2D7-7C1A-45F8-02AF-2470BCE57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65DDF-5D12-B3CF-73E0-C553692FA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E7B4F-5312-43BA-B08C-5CC2BE59B85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B9D7B9-95CB-B339-65E3-AA7C8A2EF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55CDA-FABB-AD6A-60DB-4071FF195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844A3-DDDE-438C-AEF4-39B8028ED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45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12B7-0FB8-13E9-E0A9-297EA1C1A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FC107CD-7FAD-F5DC-8F09-E6750728B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0" y="648357"/>
            <a:ext cx="10107478" cy="556128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BDCA1B-310D-23B4-FBD3-694E0A8C9163}"/>
              </a:ext>
            </a:extLst>
          </p:cNvPr>
          <p:cNvSpPr txBox="1"/>
          <p:nvPr/>
        </p:nvSpPr>
        <p:spPr>
          <a:xfrm>
            <a:off x="0" y="96429"/>
            <a:ext cx="609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Mona Sans VF"/>
              </a:rPr>
              <a:t>Task 1.md — Screenshots for Steps</a:t>
            </a:r>
          </a:p>
        </p:txBody>
      </p:sp>
    </p:spTree>
    <p:extLst>
      <p:ext uri="{BB962C8B-B14F-4D97-AF65-F5344CB8AC3E}">
        <p14:creationId xmlns:p14="http://schemas.microsoft.com/office/powerpoint/2010/main" val="371631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0AAD0D-6348-05DA-95BD-BE6CF121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40" y="663018"/>
            <a:ext cx="11244020" cy="57119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867B8C-4D8A-F852-78DF-FD560D787F50}"/>
              </a:ext>
            </a:extLst>
          </p:cNvPr>
          <p:cNvSpPr txBox="1"/>
          <p:nvPr/>
        </p:nvSpPr>
        <p:spPr>
          <a:xfrm>
            <a:off x="1926991" y="1428783"/>
            <a:ext cx="91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 Input your email and </a:t>
            </a:r>
            <a:r>
              <a:rPr lang="en-US" altLang="zh-CN" dirty="0" err="1">
                <a:solidFill>
                  <a:srgbClr val="FF0000"/>
                </a:solidFill>
              </a:rPr>
              <a:t>pwd</a:t>
            </a:r>
            <a:r>
              <a:rPr lang="en-US" altLang="zh-CN" dirty="0">
                <a:solidFill>
                  <a:srgbClr val="FF0000"/>
                </a:solidFill>
              </a:rPr>
              <a:t> you want to use for auth and confirm it in your email box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E43F17-A417-5956-9385-4A88EA42353D}"/>
              </a:ext>
            </a:extLst>
          </p:cNvPr>
          <p:cNvSpPr/>
          <p:nvPr/>
        </p:nvSpPr>
        <p:spPr>
          <a:xfrm>
            <a:off x="1798115" y="1877895"/>
            <a:ext cx="767115" cy="3559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5B3FDF-A3AB-51BB-E282-8F9A6AC5375C}"/>
              </a:ext>
            </a:extLst>
          </p:cNvPr>
          <p:cNvSpPr txBox="1"/>
          <p:nvPr/>
        </p:nvSpPr>
        <p:spPr>
          <a:xfrm>
            <a:off x="636705" y="113736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Mona Sans VF"/>
              </a:rPr>
              <a:t>2a Step-by-Step Guide with Screenshots</a:t>
            </a:r>
          </a:p>
        </p:txBody>
      </p:sp>
    </p:spTree>
    <p:extLst>
      <p:ext uri="{BB962C8B-B14F-4D97-AF65-F5344CB8AC3E}">
        <p14:creationId xmlns:p14="http://schemas.microsoft.com/office/powerpoint/2010/main" val="3723324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02BFCB5-3B78-6DF2-4FF7-EF6038A76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838"/>
            <a:ext cx="12192000" cy="67223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4300A42-4985-5F8D-3330-79F6B792808E}"/>
              </a:ext>
            </a:extLst>
          </p:cNvPr>
          <p:cNvSpPr txBox="1"/>
          <p:nvPr/>
        </p:nvSpPr>
        <p:spPr>
          <a:xfrm>
            <a:off x="2522271" y="1422646"/>
            <a:ext cx="91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 Sign in by using your email and </a:t>
            </a:r>
            <a:r>
              <a:rPr lang="en-US" altLang="zh-CN" dirty="0" err="1">
                <a:solidFill>
                  <a:srgbClr val="FF0000"/>
                </a:solidFill>
              </a:rPr>
              <a:t>pwd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17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70DC870-DFBC-99BD-D70B-47B7407F6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96" y="349804"/>
            <a:ext cx="8520327" cy="58268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A59F1E4-F94F-F58B-8B07-D64781CB69C3}"/>
              </a:ext>
            </a:extLst>
          </p:cNvPr>
          <p:cNvSpPr txBox="1"/>
          <p:nvPr/>
        </p:nvSpPr>
        <p:spPr>
          <a:xfrm>
            <a:off x="3178920" y="1907462"/>
            <a:ext cx="91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 upload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BEF888-DB6F-4CD9-9425-39D0283786D8}"/>
              </a:ext>
            </a:extLst>
          </p:cNvPr>
          <p:cNvSpPr txBox="1"/>
          <p:nvPr/>
        </p:nvSpPr>
        <p:spPr>
          <a:xfrm>
            <a:off x="3287479" y="2270812"/>
            <a:ext cx="91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 click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936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F759430-0DE5-2966-7E7A-6EC7359A3895}"/>
              </a:ext>
            </a:extLst>
          </p:cNvPr>
          <p:cNvSpPr txBox="1"/>
          <p:nvPr/>
        </p:nvSpPr>
        <p:spPr>
          <a:xfrm>
            <a:off x="276613" y="94669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dirty="0">
                <a:solidFill>
                  <a:srgbClr val="1F2328"/>
                </a:solidFill>
                <a:latin typeface="Mona Sans VF"/>
              </a:rPr>
              <a:t>2b Happy Path (Standard or Expected Use)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86F05C-90FF-C618-AC7A-47CC8008A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560" y="640616"/>
            <a:ext cx="7925099" cy="557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9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A5F6BCB-DBD0-18B6-7BA9-DF9C938A318E}"/>
              </a:ext>
            </a:extLst>
          </p:cNvPr>
          <p:cNvSpPr txBox="1"/>
          <p:nvPr/>
        </p:nvSpPr>
        <p:spPr>
          <a:xfrm>
            <a:off x="298017" y="212699"/>
            <a:ext cx="609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Mona Sans VF"/>
              </a:rPr>
              <a:t>2b Exception Path (Unexpected, Error, or Edge Cases)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D59AAC-2F9D-C352-0368-BE68BD3EC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20" y="582031"/>
            <a:ext cx="10029422" cy="570732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DD2FEA5-E1D4-4C0C-45AF-66E165729E98}"/>
              </a:ext>
            </a:extLst>
          </p:cNvPr>
          <p:cNvSpPr txBox="1"/>
          <p:nvPr/>
        </p:nvSpPr>
        <p:spPr>
          <a:xfrm>
            <a:off x="2690405" y="1105796"/>
            <a:ext cx="91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The file size is exceeding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65A6A1-60FB-A17B-53AC-C84F8F23D6FD}"/>
              </a:ext>
            </a:extLst>
          </p:cNvPr>
          <p:cNvSpPr/>
          <p:nvPr/>
        </p:nvSpPr>
        <p:spPr>
          <a:xfrm>
            <a:off x="3444658" y="1665962"/>
            <a:ext cx="369517" cy="2379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3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922AD75-17A5-4657-D80D-F1D3BAF4F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20" y="1009467"/>
            <a:ext cx="10860290" cy="51940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FC9007A-97AF-48DB-DCB9-D7E2D6E5D681}"/>
              </a:ext>
            </a:extLst>
          </p:cNvPr>
          <p:cNvSpPr txBox="1"/>
          <p:nvPr/>
        </p:nvSpPr>
        <p:spPr>
          <a:xfrm>
            <a:off x="194848" y="103769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Mona Sans VF"/>
              </a:rPr>
              <a:t>2</a:t>
            </a:r>
            <a:r>
              <a:rPr lang="en-US" altLang="zh-CN" b="1" dirty="0">
                <a:solidFill>
                  <a:srgbClr val="1F2328"/>
                </a:solidFill>
                <a:latin typeface="Mona Sans VF"/>
              </a:rPr>
              <a:t>c </a:t>
            </a:r>
            <a:r>
              <a:rPr lang="en-US" altLang="zh-CN" b="1" i="0" dirty="0">
                <a:solidFill>
                  <a:srgbClr val="1F2328"/>
                </a:solidFill>
                <a:effectLst/>
                <a:latin typeface="Mona Sans VF"/>
              </a:rPr>
              <a:t>Other Reflections and Summary</a:t>
            </a:r>
          </a:p>
        </p:txBody>
      </p:sp>
    </p:spTree>
    <p:extLst>
      <p:ext uri="{BB962C8B-B14F-4D97-AF65-F5344CB8AC3E}">
        <p14:creationId xmlns:p14="http://schemas.microsoft.com/office/powerpoint/2010/main" val="387836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76</Words>
  <Application>Microsoft Office PowerPoint</Application>
  <PresentationFormat>宽屏</PresentationFormat>
  <Paragraphs>10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Mona Sans VF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Lost Paradise</dc:creator>
  <cp:lastModifiedBy>Lost Paradise</cp:lastModifiedBy>
  <cp:revision>3</cp:revision>
  <dcterms:created xsi:type="dcterms:W3CDTF">2026-03-26T14:09:48Z</dcterms:created>
  <dcterms:modified xsi:type="dcterms:W3CDTF">2026-03-26T15:19:00Z</dcterms:modified>
</cp:coreProperties>
</file>